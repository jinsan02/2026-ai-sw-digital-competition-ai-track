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Macro-F1</c:v>
                </c:pt>
              </c:strCache>
            </c:strRef>
          </c:tx>
          <c:spPr>
            <a:solidFill>
              <a:srgbClr val="3DDC97"/>
            </a:solidFill>
            <a:ln w="38100" cap="flat">
              <a:solidFill>
                <a:srgbClr val="3DDC9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DDC97"/>
              </a:solidFill>
              <a:ln w="9525" cap="flat">
                <a:solidFill>
                  <a:srgbClr val="3DDC9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baseline</c:v>
                  </c:pt>
                  <c:pt idx="1">
                    <c:v>TF-IDF v4</c:v>
                  </c:pt>
                  <c:pt idx="2">
                    <c:v>DistilBERT</c:v>
                  </c:pt>
                  <c:pt idx="3">
                    <c:v>XLM-R</c:v>
                  </c:pt>
                  <c:pt idx="4">
                    <c:v>풀스택</c:v>
                  </c:pt>
                  <c:pt idx="5">
                    <c:v>focal</c:v>
                  </c:pt>
                  <c:pt idx="6">
                    <c:v>+rules</c:v>
                  </c:pt>
                  <c:pt idx="7">
                    <c:v>Qwen 0.6B</c:v>
                  </c:pt>
                  <c:pt idx="8">
                    <c:v>HCX 0.5B</c:v>
                  </c:pt>
                  <c:pt idx="9">
                    <c:v>KD</c:v>
                  </c:pt>
                  <c:pt idx="10">
                    <c:v>cond-α</c:v>
                  </c:pt>
                  <c:pt idx="11">
                    <c:v>sieve</c:v>
                  </c:pt>
                  <c:pt idx="12">
                    <c:v>sieve×cα</c:v>
                  </c:pt>
                  <c:pt idx="13">
                    <c:v>2-seed 앙상블</c:v>
                  </c:pt>
                  <c:pt idx="14">
                    <c:v>+rules R1~h</c:v>
                  </c:pt>
                  <c:pt idx="15">
                    <c:v>trio</c:v>
                  </c:pt>
                  <c:pt idx="16">
                    <c:v>최종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0.4358</c:v>
                </c:pt>
                <c:pt idx="1">
                  <c:v>0.6436</c:v>
                </c:pt>
                <c:pt idx="2">
                  <c:v>0.6983</c:v>
                </c:pt>
                <c:pt idx="3">
                  <c:v>0.7081</c:v>
                </c:pt>
                <c:pt idx="4">
                  <c:v>0.743</c:v>
                </c:pt>
                <c:pt idx="5">
                  <c:v>0.7477</c:v>
                </c:pt>
                <c:pt idx="6">
                  <c:v>0.7499</c:v>
                </c:pt>
                <c:pt idx="7">
                  <c:v>0.78</c:v>
                </c:pt>
                <c:pt idx="8">
                  <c:v>0.7852</c:v>
                </c:pt>
                <c:pt idx="9">
                  <c:v>0.7891</c:v>
                </c:pt>
                <c:pt idx="10">
                  <c:v>0.78962</c:v>
                </c:pt>
                <c:pt idx="11">
                  <c:v>0.7917</c:v>
                </c:pt>
                <c:pt idx="12">
                  <c:v>0.7938</c:v>
                </c:pt>
                <c:pt idx="13">
                  <c:v>0.79426</c:v>
                </c:pt>
                <c:pt idx="14">
                  <c:v>0.79636</c:v>
                </c:pt>
                <c:pt idx="15">
                  <c:v>0.7966</c:v>
                </c:pt>
                <c:pt idx="16">
                  <c:v>0.7972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2"/>
          <c:min val="0.4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0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202E"/>
                </a:solidFill>
                <a:latin typeface="Arial"/>
              </a:rPr>
              <a:t>룰별 Public 기여 (누적 +0.00210)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룰 기여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0.0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B7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R1</c:v>
                  </c:pt>
                  <c:pt idx="1">
                    <c:v>R1b</c:v>
                  </c:pt>
                  <c:pt idx="2">
                    <c:v>R1c</c:v>
                  </c:pt>
                  <c:pt idx="3">
                    <c:v>R1d</c:v>
                  </c:pt>
                  <c:pt idx="4">
                    <c:v>R1e</c:v>
                  </c:pt>
                  <c:pt idx="5">
                    <c:v>기타 5종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0.00062</c:v>
                </c:pt>
                <c:pt idx="1">
                  <c:v>0.0004</c:v>
                </c:pt>
                <c:pt idx="2">
                  <c:v>0.00028</c:v>
                </c:pt>
                <c:pt idx="3">
                  <c:v>0.00025</c:v>
                </c:pt>
                <c:pt idx="4">
                  <c:v>0.00022</c:v>
                </c:pt>
                <c:pt idx="5">
                  <c:v>0.00033</c:v>
                </c:pt>
              </c:numCache>
            </c:numRef>
          </c:val>
        </c:ser>
        <c:dLbls>
          <c:numFmt formatCode="0.00000" sourceLinked="0"/>
          <c:txPr>
            <a:bodyPr/>
            <a:lstStyle/>
            <a:p>
              <a:pPr>
                <a:defRPr b="0" i="0" strike="noStrike" sz="900" u="none">
                  <a:solidFill>
                    <a:srgbClr val="5B6B7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0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30k 추론 시간(초)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0&quot;초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초기 파이프라인 (8:55)</c:v>
                  </c:pt>
                  <c:pt idx="1">
                    <c:v>최적화 단일모델 (5:58)</c:v>
                  </c:pt>
                  <c:pt idx="2">
                    <c:v>최종 trio 앙상블 (7:22)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535</c:v>
                </c:pt>
                <c:pt idx="1">
                  <c:v>358</c:v>
                </c:pt>
                <c:pt idx="2">
                  <c:v>442</c:v>
                </c:pt>
              </c:numCache>
            </c:numRef>
          </c:val>
        </c:ser>
        <c:dLbls>
          <c:numFmt formatCode="0&quot;초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0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2588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predict_next_action --classes 14 --metric macro_f1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코딩 에이전트</a:t>
            </a:r>
            <a:endParaRPr lang="en-US" sz="52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예측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AI·SW중심대학 디지털 경진대회  ·  AI 부문 본선 발표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743200" cy="1325880"/>
          </a:xfrm>
          <a:prstGeom prst="roundRect">
            <a:avLst>
              <a:gd name="adj" fmla="val 6207"/>
            </a:avLst>
          </a:prstGeom>
          <a:solidFill>
            <a:srgbClr val="1A273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864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0.7972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5468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Public Macro-F1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86200" y="4709160"/>
            <a:ext cx="2743200" cy="1325880"/>
          </a:xfrm>
          <a:prstGeom prst="roundRect">
            <a:avLst>
              <a:gd name="adj" fmla="val 6207"/>
            </a:avLst>
          </a:prstGeom>
          <a:solidFill>
            <a:srgbClr val="1A273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4864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+0.361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0" y="5468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대비 상승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49440" y="4709160"/>
            <a:ext cx="2743200" cy="1325880"/>
          </a:xfrm>
          <a:prstGeom prst="roundRect">
            <a:avLst>
              <a:gd name="adj" fmla="val 6207"/>
            </a:avLst>
          </a:prstGeom>
          <a:solidFill>
            <a:srgbClr val="1A2739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4864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442초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78040" y="5468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30k 추론 (제한 600초)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팀: 임준현 · 노진산 · 김태연 · 목원주    |    멘토: 성낙준 교수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— 에이전트의 다음 행동을 예측하라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메타데이터 + 대화 이력 + 현재 프롬프트 → 14개 행동 중 하나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0E17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 (train.jsonl · 70,000행 · 한/영 혼합)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session: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turn_index, budget, elapsed, tier, ci, dirty …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history: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직전 액션 시퀀스 + 실행결과 + 인자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현재 사용자 요청 (자연어)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— 14-class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844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 · grep_search · list_directory · glob_pattern · web_search · lint_or_typecheck · plan_task · ask_user · respond_only · write_file 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38160" y="153619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Public/Private Macro-F1 — 소수 클래스도 동일 가중치 → 탐색 계열 약클래스가 승부처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450592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420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제약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38160" y="2523744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 ≤ 1GB · 오프라인 추론 (HF_HUB_OFFLINE) · 사전설치 환경 고정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438144"/>
            <a:ext cx="5349240" cy="859536"/>
          </a:xfrm>
          <a:prstGeom prst="roundRect">
            <a:avLst>
              <a:gd name="adj" fmla="val 8511"/>
            </a:avLst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5295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제약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38160" y="351129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30k 추론 10분 제한 + 본선 평가에 추론속도 10% 반영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문제가 어려운 이유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13892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상태 → 다른 라벨. 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근중복 그룹의 41%(탐색 클러스터 69%)가 라벨 충돌 — 라벨은 정답이 아니라 확률적 에이전트 정책의 샘플이었습니다. 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5종(read/grep/list/glob/web) 상호혼동이 전체 오류의 약 60%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차지해, 이 클러스터를 어떻게 다루느냐가 순위를 갈랐습니다.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여정 — 0.4358에서 0.7972까지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15일 · 매일 10슬롯의 제출 경제 · 4번의 패러다임 전환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64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" y="5596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인코더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13232" y="5897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피처엔지니어링 천장(0.64) 확인 → XLM-R + focal로 0.75 도달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64992" y="5486400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/>
        </p:spPr>
      </p:sp>
      <p:sp>
        <p:nvSpPr>
          <p:cNvPr id="9" name="Text 6"/>
          <p:cNvSpPr/>
          <p:nvPr/>
        </p:nvSpPr>
        <p:spPr>
          <a:xfrm>
            <a:off x="3529584" y="5596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초 · 디코더 전환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529584" y="5897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직렬화 개선 + 소형 LLM(HCX-0.5B)로 0.785 — 체급 교체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81344" y="5486400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/>
        </p:spPr>
      </p:sp>
      <p:sp>
        <p:nvSpPr>
          <p:cNvPr id="12" name="Text 9"/>
          <p:cNvSpPr/>
          <p:nvPr/>
        </p:nvSpPr>
        <p:spPr>
          <a:xfrm>
            <a:off x="6345936" y="5596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KD 릴레이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345936" y="5897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지식증류 → 조건부 α → sieve 스택으로 +0.009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997696" y="5486400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/>
        </p:spPr>
      </p:sp>
      <p:sp>
        <p:nvSpPr>
          <p:cNvPr id="15" name="Text 12"/>
          <p:cNvSpPr/>
          <p:nvPr/>
        </p:nvSpPr>
        <p:spPr>
          <a:xfrm>
            <a:off x="9162288" y="5596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3일 · 앙상블+룰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162288" y="5897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2-seed 라우팅 + 룰 10종 + best-of-N으로 0.7972 마감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— 피처엔지니어링의 천장, 그리고 인코더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07-01 ~ 07-03  ·  0.4375 → 0.7499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903720" cy="1261872"/>
          </a:xfrm>
          <a:prstGeom prst="roundRect">
            <a:avLst>
              <a:gd name="adj" fmla="val 5797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47088"/>
            <a:ext cx="475488" cy="47548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910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천장의 실측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TF-IDF+LogReg는 v2→v5까지 피처를 쌓아도 로컬 0.64대에서 정체. sklearn 분류기 12종 교체도 무효 — 표현력의 문제로 진단, 사전학습 트랜스포머로 전환 (0.6983 → 0.7081).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6903720" cy="1261872"/>
          </a:xfrm>
          <a:prstGeom prst="roundRect">
            <a:avLst>
              <a:gd name="adj" fmla="val 5797"/>
            </a:avLst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236976"/>
            <a:ext cx="475488" cy="47548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36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9809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focal loss 발견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310128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약클래스에 손실을 집중하는 focal γ2.0이 CE 대비 OOF +0.0064. 단일 모델로 팀 풀스택(0.743)을 넘는 0.7477 달성. 이후 전 라인의 표준 손실로 채택.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42816"/>
            <a:ext cx="6903720" cy="1261872"/>
          </a:xfrm>
          <a:prstGeom prst="roundRect">
            <a:avLst>
              <a:gd name="adj" fmla="val 5797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626864"/>
            <a:ext cx="475488" cy="47548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37083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방법론 확립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700016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절대증분은 2.7배 낙관 → 사후처리 승격 판단은 fixed 교차검증으로. 시드 분산 ±0.011 실측 → "단일 run 차이 &lt;0.01은 노이즈" 규칙 수립.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80960" y="1463040"/>
            <a:ext cx="3931920" cy="4114800"/>
          </a:xfrm>
          <a:prstGeom prst="roundRect">
            <a:avLst>
              <a:gd name="adj" fmla="val 1860"/>
            </a:avLst>
          </a:prstGeom>
          <a:solidFill>
            <a:srgbClr val="0E1726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진단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0" y="20574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len192에서 텍스트의 71%가 잘리고, 잘리는 부분이 하필 탐색 구분의 결정 정보(실행결과·인자)였습니다.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55280" y="3063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specialist가 단독으로도 read F1 0.57에 그친 실패가 이를 역으로 입증 — 모델 트릭이 아니라 입력 정보량의 문제.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"직렬화·길이 확장"이 다음 단계의 좌표가 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스코어보드:  0.4375 (TF-IDF)  →  0.7081 (XLM-R)  →  0.7477 (focal)  →  0.7499 (+rules 12)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— 인코더에서 디코더로, 체급 교체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07-04 ~ 07-08  ·  0.7499 → 0.7852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직렬화 계보 종결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state_v2·v5·v6·v7r 변형을 전부 A/B — 메타데이터를 버린 확장은 혼입 실험임을 규명하고 current_v1 + len384를 최종 확정. 이후 전 모델의 공통 입력 규격.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5087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4553712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LLM의 발견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23317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Qwen3-0.6B가 0.780으로 인코더 천장 돌파. 이어 HCX-0.5B가 0.7852 신기록 — 한국어 혼합 데이터에서 한국어 사전학습 모델의 우위 실증.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50876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8330184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1GB의 공학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30184" y="233172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0.8B급은 fp16으로도 배포 불가 판정 → int8 비대칭 양자화로 512MB 패키징, argmax 충실도 512/512 검증. "학습은 크게, 서빙은 작게" 원칙 수립.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0E172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365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전환의 논리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 대체 후보 스크리닝(xlm-align 0.13 / infoxlm 0.01 / mdeberta 0.66 / mBERT 0.70)에서 XLM-R을 넘는 인코더가 없음을 확인한 뒤,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"같은 체급에서 더 짜내기"가 아니라 "체급 자체를 바꾸는" 결정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내렸습니다. 디코더의 사전학습 지식이 탐색 계열 혼동을 푸는 데 결정적이었고, 이 전환 하나가 +0.035를 만들었습니다.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— 지식증류 릴레이: 교사는 크게, 학생은 작게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07-08 ~ 07-11  ·  0.7852 → 0.7938  ·  알고리즘 개발의 중심축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24912" cy="3017520"/>
          </a:xfrm>
          <a:prstGeom prst="roundRect">
            <a:avLst>
              <a:gd name="adj" fmla="val 2685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로짓 아카이브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Qwen-3.5·HCX-1.5B·gemma·llama 등 12팩의 70k 로짓을 fp16으로 표준화 — 재학습 없이 교사 조합 실험 가능한 인프라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0.7852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36976" y="2788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65576" y="1554480"/>
            <a:ext cx="2724912" cy="3017520"/>
          </a:xfrm>
          <a:prstGeom prst="roundRect">
            <a:avLst>
              <a:gd name="adj" fmla="val 2685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48456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 (α0.5 / T3.0)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48456" y="2377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M8(Qwen-3.5) 교사 soft target을 HCX-0.5B 학생에 증류. 문헌의 "교사-학생 이견율 스윗스팟"을 격자 실측으로 재현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48456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0.7891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153912" y="2788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82512" y="1554480"/>
            <a:ext cx="2724912" cy="3017520"/>
          </a:xfrm>
          <a:prstGeom prst="roundRect">
            <a:avLst>
              <a:gd name="adj" fmla="val 2685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65392" y="2377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노이즈가 몰린 약클래스 4종만 α 0.7로 강화 — 라벨=확률적 정책이라는 데이터 발견을 손실 설계로 번역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65392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0.78962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070848" y="2788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99448" y="1554480"/>
            <a:ext cx="2724912" cy="3017520"/>
          </a:xfrm>
          <a:prstGeom prst="roundRect">
            <a:avLst>
              <a:gd name="adj" fmla="val 2685"/>
            </a:avLst>
          </a:prstGeom>
          <a:solidFill>
            <a:srgbClr val="0E1726"/>
          </a:solidFill>
          <a:ln/>
        </p:spPr>
      </p:sp>
      <p:sp>
        <p:nvSpPr>
          <p:cNvPr id="20" name="Text 18"/>
          <p:cNvSpPr/>
          <p:nvPr/>
        </p:nvSpPr>
        <p:spPr>
          <a:xfrm>
            <a:off x="9482328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sieve × cond-α 스택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482328" y="2377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3모델 OOF 합의수(c=0~3)로 행별 hard-label 그래디언트를 차등 — 손실 채널이 다른 두 레버의 첫 유효 스택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82328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0.7938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29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법칙 — "레버는 스택 안 된다"의 정확한 예외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3675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출력공간 스태킹(블렌드·캐스케이드·후처리)은 전멸했지만,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학습 채널(행 단위 그래디언트 × 클래스 단위 손실 믹스)은 가산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됩니다. 두 사람이 독립 발굴한 레버(sieve·cond-α)가 매칭 시드 단일변수 비교에서 +0.0021로 합산 — 노이즈 바닥 0.002를 넘은 대회 첫 유효 스택이었습니다.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— 라벨의 정체를 밝히다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모델링 결정의 근거가 된 4가지 데이터 발견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= 확률적 정책의 기록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weak4 오분류 60건을 사람이 재라벨링 → 사람 판단과 일치 단 1건. 라벨은 "정답"이 아니라 합성 에이전트 정책의 확률적 샘플 — 근중복 그룹 41%(탐색 69%)의 라벨 충돌이 이를 정량 확인. 조건부 α·sieve·soft target 설계의 이론적 기반.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 &lt; 5000 → wrap-up 정책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2011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잔량이 임계 이하로 떨어지면 에이전트가 마무리 행동(respond_only 등)으로 전환하는 정책을 발견. 룰 R1 계열의 원천이 됐고, digit 토큰화 한계로 모델이 숫자 임계값을 못 읽는다는 메커니즘 분석까지 4단계로 규명.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50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절단 사각지대 = 공집합 증명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len384 확장 후 "잘림으로 정보가 손실되는 행"을 전수 프로파일링 — 예측에 필요한 정보가 잘리는 행이 공집합임을 증명, 추가 길이 확장에 자원을 쓰지 않는 근거 확보.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4050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오류의 지형도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 양극단에서 대칭적 고오류 · 탐색 5종 상호혼동이 오류의 60% · sess_sim/sess_au 소스 간 오류율 격차 실측 — 어디에 레버를 꽂아야 하는지의 지도를 그림.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— 데이터 발견을 점수로: 룰 라인 R1~R1h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07-13 ~ 07-14  ·  10종 누적 +0.00210 (0.79426 → 0.79636)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3657600"/>
          </a:xfrm>
          <a:prstGeom prst="roundRect">
            <a:avLst>
              <a:gd name="adj" fmla="val 2000"/>
            </a:avLst>
          </a:prstGeom>
          <a:solidFill>
            <a:srgbClr val="0E17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룰인가 — 모델이 못 읽는 것을 대신 읽다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budget 등 연속 수치는 digit 토큰화 한계로 트랜스포머가 임계값 비교를 못 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6207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wrap-up 정책 등 결정적 규칙은 데이터 분석으로 임계값을 특정 가능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7530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후보 발굴 → fixed 교차검증 게이트(+상회 시만 채택) → 저마진 행에만 적용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28853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R1 → R1h까지 10종을 하나씩 검증·누적 — 각 룰의 기여를 ablation으로 분리 기록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720840" y="1463040"/>
          <a:ext cx="4892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55321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 관점: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1위와의 갭이 0.001대인 구간에서 +0.0021은 순위 2계단에 해당 — "작은 룰"이 아니라 마지막 구간의 주력 엔진이었습니다.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— 앙상블과 마감 전략: 0.7972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07-13 ~ 07-15  ·  제약(1GB·10분) 안에서의 앙상블 설계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315200" cy="1170432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727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z-centered 저마진 라우팅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시드 모델의 로짓을 z-정규화 후, 마진 &lt; 1.0인 불확실 행만 앙상블 판정으로 라우팅 — 전 행 평균 대비 연산·리스크 최소화. 2-seed로 0.79426, 대회 첫 앙상블 양성.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7315200" cy="1170432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8712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trio + refit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321868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s42·s202·s909 3시드 trio 구성 + 전체 데이터 refit(+0.016 역전 발견 활용). 430초 가드 내 완주하도록 추론 경로 최적화.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59936"/>
            <a:ext cx="7315200" cy="1170432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16966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best-of-N 마감 운영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451713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분산 ±0.011을 역이용 — 마지막 날 슬롯 10개에 시드·변형 리롤을 일괄 제출하는 main-swap 추첨 전략. rfinal_mainT_s42 = 0.797181로 마감.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0E172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057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0.7972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4124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Macro-F1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32461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예선 상위권 → 본선 12팀 진출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1위와 갭 0.00145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442초 (제한 600초)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512MB (제한 1GB)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61441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기각의 규율:  </a:t>
            </a:r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xlm-r-large 배포게이트 탈락, TTA any-flip 0/500, Lane A/B 등 마감 직전 유혹을 전부 사전등록 게이트로 판정해 슬롯 낭비 0.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검증 — 리더보드를 예측하는 검증 체계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슬롯 10개/일 제약에서 승격 판단을 로컬로 대체한 방법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212848"/>
          </a:xfrm>
          <a:prstGeom prst="roundRect">
            <a:avLst>
              <a:gd name="adj" fmla="val 3306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64208"/>
            <a:ext cx="384048" cy="384048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642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단위 3-fold 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76272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세션의 행이 train/val에 갈라지면 낙관 편향 — 세션 그룹 분할을 1차 지표로 고정. OOF 0.7419 → Public 0.743처럼 ±0.002 이내 캘리브레이션 달성.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2212848"/>
          </a:xfrm>
          <a:prstGeom prst="roundRect">
            <a:avLst>
              <a:gd name="adj" fmla="val 3306"/>
            </a:avLst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664208"/>
            <a:ext cx="384048" cy="384048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6642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OOF 누수 발견·차단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2176272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 교사가 val 라벨을 본 경로(OOF-KD)를 조기 발견 → "OOF 로짓으로 KD 금지" 원칙 수립, 코드에 fail-closed로 강제. exa2의 세션 누수 인플레(로컬↑ Public 0.779↓)도 같은 체계로 적발.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5394960" cy="2212848"/>
          </a:xfrm>
          <a:prstGeom prst="roundRect">
            <a:avLst>
              <a:gd name="adj" fmla="val 3306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59936"/>
            <a:ext cx="384048" cy="384048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0599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게이트↔Public 역상관 실증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457200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로컬 게이트가 Public과 역상관임을 6전6패 데이터로 실증 → 해당 게이트 폐기, fixed 교차검증으로 교체. 검증 체계 자체를 검증한 사례.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58768"/>
            <a:ext cx="5394960" cy="2212848"/>
          </a:xfrm>
          <a:prstGeom prst="roundRect">
            <a:avLst>
              <a:gd name="adj" fmla="val 3306"/>
            </a:avLst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059936"/>
            <a:ext cx="384048" cy="384048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40599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강건성·재현성 검증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3952" y="457200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TTA 500행 섭동에서 예측 flip 0건(강건성) · 매칭 시드 단일변수 비교 원칙 · 시드 σ=0.0001 실측 · int8 양자화 argmax 충실도 512/512 · 제출 전 오프라인 스모크 필수화.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실패의 원장 — 기각이 만든 속도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기각을 사전등록 게이트로 판정하고 원장에 기록 — 같은 아이디어를 두 번 파지 않는 것이 15일 대회의 실질 속도였습니다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335024"/>
          </a:xfrm>
          <a:prstGeom prst="roundRect">
            <a:avLst>
              <a:gd name="adj" fmla="val 5479"/>
            </a:avLst>
          </a:prstGeom>
          <a:solidFill>
            <a:srgbClr val="1A273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58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70432" y="1691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교사축 6전 6패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70432" y="20574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crpl·llama-ca·c0h·q2bt·v7r 등 교사 교체 전 시도 기각 → "교사보다 KD 타깃 설계"로 방향 확정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1335024"/>
          </a:xfrm>
          <a:prstGeom prst="roundRect">
            <a:avLst>
              <a:gd name="adj" fmla="val 5479"/>
            </a:avLst>
          </a:prstGeom>
          <a:solidFill>
            <a:srgbClr val="1A2739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58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39712" y="1691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07-12 슬롯 10/10 소진 9전 9패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39712" y="20574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ep4·시브교사·w08·ema·t4 등 전멸 — 손실이 아니라 정보. 죽은 축 목록으로 재발굴 원천 차단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394960" cy="1335024"/>
          </a:xfrm>
          <a:prstGeom prst="roundRect">
            <a:avLst>
              <a:gd name="adj" fmla="val 5479"/>
            </a:avLst>
          </a:prstGeom>
          <a:solidFill>
            <a:srgbClr val="1A2739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58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70432" y="3172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Weak4 Specialist 기각 (α=0)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70432" y="35387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재판정자 전 변형 무효 — "같은 정보를 보는 재판정자는 main을 못 넘는다" 법칙 수립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035808"/>
            <a:ext cx="5394960" cy="1335024"/>
          </a:xfrm>
          <a:prstGeom prst="roundRect">
            <a:avLst>
              <a:gd name="adj" fmla="val 5479"/>
            </a:avLst>
          </a:prstGeom>
          <a:solidFill>
            <a:srgbClr val="1A2739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58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39712" y="3172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soup 붕괴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39712" y="35387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순서가 다른 파인튜닝은 basin 분리로 가중평균 붕괴(0.69) — 클라우드 재현 금지 공지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517136"/>
            <a:ext cx="5394960" cy="1335024"/>
          </a:xfrm>
          <a:prstGeom prst="roundRect">
            <a:avLst>
              <a:gd name="adj" fmla="val 5479"/>
            </a:avLst>
          </a:prstGeom>
          <a:solidFill>
            <a:srgbClr val="1A2739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58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70432" y="46542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리트리벌·Markov prior 무효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70432" y="50200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probe 실측 +0.00014 / -0.0019 — 모델이 이미 전이 구조를 내장함을 정량 확인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517136"/>
            <a:ext cx="5394960" cy="1335024"/>
          </a:xfrm>
          <a:prstGeom prst="roundRect">
            <a:avLst>
              <a:gd name="adj" fmla="val 5479"/>
            </a:avLst>
          </a:prstGeom>
          <a:solidFill>
            <a:srgbClr val="1A2739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58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39712" y="46542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"ask = 차단상황" 가설 기각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39712" y="502005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상호정보량(CMI) 측정으로 반증 — 직관적 가설도 측정 없이 채택하지 않음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 병렬 에이전트 워크플로 + CPU probe 9종으로 아이디어 19개 → 5개 생존까지 "추정이 아니라 측정"으로 선별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속도 — 8분 55초에서 물리 바닥까지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본선 평가에 추론속도 10% 반영 → 정확도와 동시 최적화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852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최종 442초는 trio 앙상블(3모델) 포함 수치 — 단일 모델 358초 대비 앙상블 이득과 속도의 교환을 명시적으로 선택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629400" y="1463040"/>
            <a:ext cx="4983480" cy="1243584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0" y="15819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병목의 정체 규명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0" y="19202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프로파일링 결과 GEMM(행렬곱)이 74% — 더 줄이려면 모델 축소뿐인 "물리 바닥" 442~457초 도달을 실측으로 확인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29400" y="2834640"/>
            <a:ext cx="4983480" cy="1243584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29535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int8 / int4 비대칭 양자화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0" y="32918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가중치는 int8, 민감 레이어는 유지하는 비대칭 설계로 정확도 손실 0(argmax 512/512)과 512MB 패키징 동시 달성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29400" y="4206240"/>
            <a:ext cx="4983480" cy="1243584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0" y="43251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 설계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58000" y="46634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제한 대비 430초 가드 내 완주 검증 — 앙상블 규모(trio)를 속도 제약이 허용하는 최대치로 역산해 결정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운영 — 4개의 독립 레인, 1개의 원장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15일 · 4인 · AI 에이전트 협업으로 하루 수십 건의 실험을 판정한 방법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502920" cy="502920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007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임준현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파이프라인 · KD/sieve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챔피언 레시피 설계, 직렬화 계보, 아티팩트 인프라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65576" y="146304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3666744" y="1664208"/>
            <a:ext cx="502920" cy="502920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12" name="Text 10"/>
          <p:cNvSpPr/>
          <p:nvPr/>
        </p:nvSpPr>
        <p:spPr>
          <a:xfrm>
            <a:off x="3666744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88536" y="17007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노진산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66744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라인 · 실험 운영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66744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focal 발견, R1~R1h 발굴, 제출 큐·게이트 운영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82512" y="146304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664208"/>
            <a:ext cx="502920" cy="502920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05472" y="17007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김태연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검증 레인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0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의존성 발견, CMI 반증, 인코더 lane·TTA 검증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99448" y="146304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9500616" y="1664208"/>
            <a:ext cx="502920" cy="502920"/>
          </a:xfrm>
          <a:prstGeom prst="ellipse">
            <a:avLst/>
          </a:prstGeom>
          <a:solidFill>
            <a:srgbClr val="0E1726"/>
          </a:solidFill>
          <a:ln/>
        </p:spPr>
      </p:sp>
      <p:sp>
        <p:nvSpPr>
          <p:cNvPr id="24" name="Text 22"/>
          <p:cNvSpPr/>
          <p:nvPr/>
        </p:nvSpPr>
        <p:spPr>
          <a:xfrm>
            <a:off x="9500616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22408" y="17007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목원주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0616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실험 · 데이터 분석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00616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cond-α 격자(P1/P2) 판정, 오류 프로파일링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395935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원장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51760" y="3959352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research_log·results.csv·기각 목록을 레포에 집중 — 슬랙 보고는 전원 "판정 + 재현 커맨드 + SHA" 포맷으로 표준화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72744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E1726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480060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시드 비교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51760" y="4800600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레버 판정은 항상 seed42 단일변수 비교 — 4인의 결과가 서로 즉시 비교 가능해 릴레이(cond-α→sieve→스택)가 성립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56869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" y="564184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경제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651760" y="5641848"/>
            <a:ext cx="8686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10슬롯을 자원으로 배분 — 사전등록 게이트 통과분만 제출, 마지막 날은 best-of-N 일괄 전략으로 전환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1060704"/>
          </a:xfrm>
          <a:prstGeom prst="roundRect">
            <a:avLst>
              <a:gd name="adj" fmla="val 6897"/>
            </a:avLst>
          </a:prstGeom>
          <a:solidFill>
            <a:srgbClr val="1A2739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91640"/>
            <a:ext cx="502920" cy="502920"/>
          </a:xfrm>
          <a:prstGeom prst="ellipse">
            <a:avLst/>
          </a:prstGeom>
          <a:solidFill>
            <a:srgbClr val="3DDC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83080" y="153619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알고리즘을 결정했다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783080" y="19202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"라벨 = 확률적 정책"이라는 데이터 발견 하나가 cond-α, sieve, 룰 라인까지 상위 레버 전부의 설계 원리가 됐습니다.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624328"/>
            <a:ext cx="10515600" cy="1060704"/>
          </a:xfrm>
          <a:prstGeom prst="roundRect">
            <a:avLst>
              <a:gd name="adj" fmla="val 6897"/>
            </a:avLst>
          </a:prstGeom>
          <a:solidFill>
            <a:srgbClr val="1A2739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898648"/>
            <a:ext cx="502920" cy="502920"/>
          </a:xfrm>
          <a:prstGeom prst="ellipse">
            <a:avLst/>
          </a:prstGeom>
          <a:solidFill>
            <a:srgbClr val="3DDC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27432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체계가 곧 경쟁력이었다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783080" y="312724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OOF↔Public 캘리브레이션과 누수 차단 덕분에 슬롯 10개로 하루 수십 개의 아이디어를 판정할 수 있었습니다.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831336"/>
            <a:ext cx="10515600" cy="1060704"/>
          </a:xfrm>
          <a:prstGeom prst="roundRect">
            <a:avLst>
              <a:gd name="adj" fmla="val 6897"/>
            </a:avLst>
          </a:prstGeom>
          <a:solidFill>
            <a:srgbClr val="1A273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105656"/>
            <a:ext cx="502920" cy="502920"/>
          </a:xfrm>
          <a:prstGeom prst="ellipse">
            <a:avLst/>
          </a:prstGeom>
          <a:solidFill>
            <a:srgbClr val="3DDC9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9502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기각의 규율이 속도를 만들었다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783080" y="4334256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 게이트와 실패 원장으로, 15일 동안 같은 길을 두 번 걷지 않았습니다.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1663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3DDC9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2852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E17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본선에서는: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E17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예선에서 검증한 파이프라인과 속도 최적화(442초, 512MB)를 기반으로, 동일한 검증 규율 아래 본선 데이터에 대응하겠습니다.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 ·  팀 임준현 · 노진산 · 김태연 · 목원주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2026-07-15T12:19:50Z</dcterms:created>
  <dcterms:modified xsi:type="dcterms:W3CDTF">2026-07-15T12:19:50Z</dcterms:modified>
</cp:coreProperties>
</file>